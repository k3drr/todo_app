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44318" y="2165002"/>
            <a:ext cx="690336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todoapp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808684" y="3498502"/>
            <a:ext cx="6574631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Десктопное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приложение-ежедневник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планирования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задач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5286375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9775"/>
            <a:ext cx="5286375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400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Цель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9432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Разработать удобное, легковесное и интуитивно понятное десктопное приложение для планирования задач и эффективного управления личным временем.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2400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Задачи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10400" y="29432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Анализ предметной области.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10400" y="339090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Проектирование минималистичного UI/UX.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010400" y="383857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Реализация логики (создание, чтение, обновление, удаление).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10400" y="45910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Обеспечение локального сохранения данных.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010400" y="50387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Тестирование программы.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Цель и Задачи проекта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962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409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857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610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50577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0383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 современном ритме жизни эффективный тайм-менеджмент критически важен. Люди сталкиваются с огромным потоком информации и рутинных дел.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0956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Многие существующие решения перегружены лишним функционалом или требуют платных подписок.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848100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Решение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todoapp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предлагает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минималистичный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сфокусированный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подход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к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ведению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списка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дел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помогая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повысить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продуктивность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снизить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уровень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стресса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Актуальность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528637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62175"/>
            <a:ext cx="528637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62025" y="25527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Функциональные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25527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Нефункциональные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247775" y="30956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Добавление новой задачи.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47775" y="354330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Редактирование текста задач.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247775" y="399097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Удаление задач.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47775" y="44386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Отметка о выполнении.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247775" y="48863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Автоматическое сохранение/загрузка.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010400" y="30956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Наличие графического интерфейса (GUI).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010400" y="354330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Высокая скорость отклика.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010400" y="399097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Надежность (отсутствие критических сбоев).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010400" y="443865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Локальное хранение данных (без интернета).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Требования к приложению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114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562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010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457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905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114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562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010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4577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8021" y="2119312"/>
            <a:ext cx="34290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9975" y="2119312"/>
            <a:ext cx="34290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527457" y="3319462"/>
            <a:ext cx="10101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613296" y="386238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Высокая скорость разработки и простой синтаксис. Идеально подходит для создания надежной логики приложения.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76775" y="3938587"/>
            <a:ext cx="283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59428" y="3319462"/>
            <a:ext cx="7500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JSON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734300" y="3862387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Легковесный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формат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хранения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данных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Встроенный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модуль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упрощает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чтение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запись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списков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дел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локальный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файл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22971" y="25574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24925" y="25574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Используемые технологии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2038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Базовый сценарий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25812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Пользователь запускает программу и видит пустое рабочее пространство. С помощью поля ввода и кнопки "Добавить" он формирует свой список дел на день.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3638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Результат: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Задачи мгновенно появляются в списке, интерфейс отзывчив, ошибки при пустом вводе обрабатываются корректно.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Тестирование: Добавление задач</a:t>
            </a:r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8C64B9-DF77-432E-9310-1E4A0718F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30" y="2336006"/>
            <a:ext cx="4618963" cy="3519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2038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Управление списком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5812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 изменении планов пользователь выбирает конкретную задачу для редактирования текста или полного её удаления из системы.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3638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Результат: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Список обновляется в реальном времени. Логика программы успешно обрабатывает удаление элементов без сбоев.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Тестирование: Редактирование и Удаление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3652FB-477E-43E2-9430-416212443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790700"/>
            <a:ext cx="5157616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2038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Визуальный фидбек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25812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Важная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часть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ежедневника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—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получение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удовольствия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от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выполненной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работы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Пользователь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кликает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задачу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для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её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завершения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3638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Результат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Приложение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изменяет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визуальный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стиль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задачи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например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зачеркивание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или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смена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цвета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Состояние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задачи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сохраняется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памяти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Тестирование: Отметка о выполнении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0D18BF-20E3-423C-B4E4-3610F7642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002" y="1966912"/>
            <a:ext cx="5204619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2038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Надежность данных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25812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Проверка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критического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функционала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приложение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закрывается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пользователем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а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затем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запускается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снова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33337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Результат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Модуль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JSON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корректно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записывает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состояние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списка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файл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выходе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успешно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парсит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данные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старте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Потерь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информации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не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зафиксировано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Тестирование: Хранение данных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09A28A-E39B-41A4-89BE-025513728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790700"/>
            <a:ext cx="5756921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1357755" y="1929854"/>
            <a:ext cx="947634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Все задачи успешно решены!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286000" y="3053804"/>
            <a:ext cx="762000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Программа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протестирована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функционирует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стабильно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Приложение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9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todoapp</a:t>
            </a:r>
            <a:r>
              <a:rPr lang="en-US" sz="19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полностью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соответствует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заявленным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требованиям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готово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к </a:t>
            </a:r>
            <a:r>
              <a:rPr lang="en-US" sz="19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использованию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5112543" y="4623345"/>
            <a:ext cx="19669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405</Words>
  <Application>Microsoft Office PowerPoint</Application>
  <PresentationFormat>Широкоэкранный</PresentationFormat>
  <Paragraphs>51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Poppins</vt:lpstr>
      <vt:lpstr>Arial</vt:lpstr>
      <vt:lpstr>Poppins SemiBold</vt:lpstr>
      <vt:lpstr>Lato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</cp:lastModifiedBy>
  <cp:revision>4</cp:revision>
  <dcterms:modified xsi:type="dcterms:W3CDTF">2026-06-09T07:24:11Z</dcterms:modified>
</cp:coreProperties>
</file>